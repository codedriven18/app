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Своими словами: Bozorlik AI — это умный помощник в телефоне, которому можно голосом сказать, что купить. Он ведёт список, считает деньги и может заказать продукты с доставкой из нашего супермаркета. Сначала покажу, какую проблему он решает, потом — как мы на этом заработаем.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Своими словами: каждая семья покупает продукты каждую неделю, но делает это по старинке — бумажки, звонки «купи ещё лук», никто не знает, сколько потратили за месяц. Это боль миллионов семей.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Своими словами: человек просто говорит телефону, что нужно купить. Приложение само составляет список, говорит примерную сумму, а дальше — либо идёшь на базар с этим списком, либо заказываешь доставку из нашего магазина.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Своими словами: говоришь телефону «картошка, морковь, рис, мясо» — и список готов, разложен по категориям, и сразу видно, что этот базар обойдётся примерно в 223 тысячи. Справа — реальные экраны приложения, оно уже работает.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Своими словами: у нас менталитет такой — многие хотят сами выбрать продукты на базаре. Для них специальный режим: ходишь по базару и просто говоришь «картошка 30, морковь 15» — приложение само всё отмечает и считает расходы.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Своими словами: вот здесь появляемся мы. Когда список готов, человек может не идти на базар, а нажать одну кнопку — и заказ придёт к нам в супермаркет, наш сборщик соберёт, курьер отвезёт. Мы попадаем в приложение, которое семья открывает каждый день.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Своими словами: после каждой покупки — хоть на базаре, хоть через доставку — приложение показывает, куда ушли деньги. Обычно семья вообще не знает, сколько тратит на продукты. Тут она это видит впервые.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Своими словами: зарабатываем на подписке. За деньги — удобные фишки: сфоткал бумажный список — он в телефоне; сказал «плов на 50 человек» — получил готовый список продуктов; задал бюджет на месяц — приложение помогает не выйти за него; отсканировал чек из супермаркета — расходы учтены.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Своими словами: мы получаем интернет-продажи, не тратя ни сума на разработку. Цены наши, товар наш, деньги идут напрямую нам. Приложение приводит нам покупателей.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Своими словами: покупатель платит — деньги сразу падают на наш счёт, полностью. Платформа комиссию не удерживает с каждого заказа, а выставляет счёт раз в месяц по акту сверки. Никаких рисков с деньгами.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Своими словами: от нас нужно немного — Excel с товарами, один сборщик и контакт айтишника. Через две недели пробные заказы, через месяц — полный запуск. Пилот бесплатный, без обязательств, выйти можно в любой момент.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Своими словами: предлагаю просто попробовать. Одна встреча с айтишником, потом бесплатный пилот. Через месяц у нас будут реальные цифры, и тогда примем решение.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463040"/>
            <a:ext cx="4389120" cy="4389120"/>
          </a:xfrm>
          <a:prstGeom prst="ellipse">
            <a:avLst/>
          </a:prstGeom>
          <a:solidFill>
            <a:srgbClr val="FFE4C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017520"/>
            <a:ext cx="2926080" cy="2926080"/>
          </a:xfrm>
          <a:prstGeom prst="ellipse">
            <a:avLst/>
          </a:prstGeom>
          <a:solidFill>
            <a:srgbClr val="FFE4CC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777240"/>
            <a:ext cx="914400" cy="914400"/>
          </a:xfrm>
          <a:prstGeom prst="ellipse">
            <a:avLst/>
          </a:prstGeom>
          <a:solidFill>
            <a:srgbClr val="FF7A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014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Bozorlik </a:t>
            </a:r>
            <a:pPr indent="0" marL="0">
              <a:buNone/>
            </a:pPr>
            <a:r>
              <a:rPr lang="en-US" sz="54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58368" y="2788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Умный голосовой помощник для покупки продуктов —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новый канал продаж для вашего супермаркета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4251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Предложение о партнёрстве по доставке продуктов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покупка продуктов — это хаос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389888"/>
            <a:ext cx="566928" cy="56692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" y="1537289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280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Списки на бумажках и в голове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463040" y="18105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Товары забываются, семья диктует список устно или шлёт в чатах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65192" y="1389888"/>
            <a:ext cx="566928" cy="56692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593" y="1537289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5000" y="12801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уйдёт денег — неизвестно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715000" y="18105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похода на базар никто не знает итоговую сумму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3232" y="3172968"/>
            <a:ext cx="566928" cy="56692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3320369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0632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Расходы не учитываются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463040" y="359359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Траты на продукты нигде не фиксируются — бюджет утекает незаметно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709160" y="288036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65192" y="3172968"/>
            <a:ext cx="566928" cy="56692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593" y="3320369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15000" y="30632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Времени всегда мало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5715000" y="359359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Походы по базару и магазинам съедают часы каждую неделю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— Bozorlik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Голосовой AI-помощник, который ведёт список покупок, считает расходы и заказывает продукты. На узбекском и русском.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03120"/>
            <a:ext cx="658368" cy="65836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696" y="227429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— голосом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Составить список, отметить покупки, отредактировать — без единого нажатия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78308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2103120"/>
            <a:ext cx="658368" cy="65836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336" y="227429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похода — заранее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566160" y="347472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распределяет продукты по категориям и показывает примерную стоимость до выхода из дома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78308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2103120"/>
            <a:ext cx="658368" cy="65836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976" y="227429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Базар или доставка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00800" y="347472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Купите сами — или закажите весь список домой из магазина-партнёра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— голосом, цена — заранее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Наговорите продукты — AI сам составит список в приложении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Продукты автоматически распределяются по категориям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Примерная стоимость похода видна до выхода из дома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редактируется голосом: добавить, убрать, изменить — без нажатий</a:t>
            </a:r>
            <a:endParaRPr lang="en-US" sz="1350" dirty="0"/>
          </a:p>
        </p:txBody>
      </p:sp>
      <p:pic>
        <p:nvPicPr>
          <p:cNvPr id="4" name="Image 0" descr="app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1627632" cy="3522363"/>
          </a:xfrm>
          <a:prstGeom prst="rect">
            <a:avLst/>
          </a:prstGeom>
        </p:spPr>
      </p:pic>
      <p:pic>
        <p:nvPicPr>
          <p:cNvPr id="5" name="Image 1" descr="app_sum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097280"/>
            <a:ext cx="1627632" cy="35223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57800" y="4681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Реальные экраны приложения: категории и цены • примерная сумма до похода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 «Я на базаре»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все заказывают онлайн — многие любят выбирать продукты сами. Для них — голосовой режим покупок.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240280"/>
          </a:xfrm>
          <a:prstGeom prst="roundRect">
            <a:avLst>
              <a:gd name="adj" fmla="val 367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691640"/>
            <a:ext cx="502920" cy="502920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Включите режим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 слушает короткие голосовые команды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0896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2240280"/>
          </a:xfrm>
          <a:prstGeom prst="roundRect">
            <a:avLst>
              <a:gd name="adj" fmla="val 367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6260" y="1691640"/>
            <a:ext cx="502920" cy="502920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Говорите покупки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«Картошка — 30, морковь — 15» — прямо у прилавка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651760" cy="2240280"/>
          </a:xfrm>
          <a:prstGeom prst="roundRect">
            <a:avLst>
              <a:gd name="adj" fmla="val 367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00900" y="1691640"/>
            <a:ext cx="502920" cy="502920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18" name="Text 16"/>
          <p:cNvSpPr/>
          <p:nvPr/>
        </p:nvSpPr>
        <p:spPr>
          <a:xfrm>
            <a:off x="72009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отмечено и посчитано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09360" y="2834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товары отмечаются купленными, суммы записываются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77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базара — готовая картина: что куплено и сколько потрачено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из магазинов-партнёров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2148840"/>
          </a:xfrm>
          <a:prstGeom prst="roundRect">
            <a:avLst>
              <a:gd name="adj" fmla="val 3830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08176" y="1371600"/>
            <a:ext cx="658368" cy="65836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352" y="154277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2194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готов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1792" y="274320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составлен голосом за минуту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017520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91840" y="1097280"/>
            <a:ext cx="2560320" cy="2148840"/>
          </a:xfrm>
          <a:prstGeom prst="roundRect">
            <a:avLst>
              <a:gd name="adj" fmla="val 3830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42816" y="1371600"/>
            <a:ext cx="658368" cy="65836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992" y="154277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2194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 в вашем супермаркете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56432" y="274320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нажатие — список становится заказом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852160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560320" cy="2148840"/>
          </a:xfrm>
          <a:prstGeom prst="roundRect">
            <a:avLst>
              <a:gd name="adj" fmla="val 3830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77456" y="1371600"/>
            <a:ext cx="658368" cy="65836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632" y="1542776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2194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домой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291072" y="274320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покупатель следит за статусом в приложении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7A00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" y="36576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супермаркет — внутри приложения,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которым семья пользуется каждый день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расходов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658368" cy="65836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696" y="163421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31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продуктам и категориям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Видно, куда уходят деньги: овощи, мясо, молочное…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114300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6160" y="1463040"/>
            <a:ext cx="658368" cy="65836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336" y="1634216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331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покупок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56616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базары, заказы и чеки — в одном месте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26480" y="1143000"/>
            <a:ext cx="2651760" cy="2651760"/>
          </a:xfrm>
          <a:prstGeom prst="roundRect">
            <a:avLst>
              <a:gd name="adj" fmla="val 310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1463040"/>
            <a:ext cx="658368" cy="65836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976" y="1634216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331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картина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40080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Учитывается всё: базар, доставка и чеки из супермаркетов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Семья впервые видит, сколько реально стоит её базар — и может планировать расходы заранее.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Pro-подписка — модель заработка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Базовые функции бесплатны. Продвинутые — по подписке: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572768"/>
          </a:xfrm>
          <a:prstGeom prst="roundRect">
            <a:avLst>
              <a:gd name="adj" fmla="val 523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45920"/>
            <a:ext cx="566928" cy="56692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" y="17933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361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бумажного списка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99339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Сфотографируйте листочек — список сам появится в приложении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977640" cy="1572768"/>
          </a:xfrm>
          <a:prstGeom prst="roundRect">
            <a:avLst>
              <a:gd name="adj" fmla="val 523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65192" y="1645920"/>
            <a:ext cx="566928" cy="56692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593" y="17933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5361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AI-расчёт блюд для гостей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715000" y="199339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«Плов на 50 человек» — готовый список продуктов на нужное число гостей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3977640" cy="1572768"/>
          </a:xfrm>
          <a:prstGeom prst="roundRect">
            <a:avLst>
              <a:gd name="adj" fmla="val 523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383280"/>
            <a:ext cx="566928" cy="56692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353068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73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Месячный бюджет и экономия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63040" y="373075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Задайте лимит (например, 3–5 млн сумов) — платформа подскажет, где сэкономить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3108960"/>
            <a:ext cx="3977640" cy="1572768"/>
          </a:xfrm>
          <a:prstGeom prst="roundRect">
            <a:avLst>
              <a:gd name="adj" fmla="val 523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65192" y="3383280"/>
            <a:ext cx="566928" cy="56692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593" y="353068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273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Сканирование чеков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715000" y="373075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 из Korzinka или Makro — по продуктам в вашу аналитику, автоматически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ваш супермаркет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389888"/>
            <a:ext cx="566928" cy="56692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" y="1537289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1673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канал продаж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179222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Онлайн-заказы без создания собственного приложения и сайта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65192" y="1389888"/>
            <a:ext cx="566928" cy="56692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593" y="1537289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5000" y="131673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клиенты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715000" y="179222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 приложения видят ваш магазин и заказывают именно у вас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3232" y="3172968"/>
            <a:ext cx="566928" cy="56692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3320369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0998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— сразу на ваш счёт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63040" y="357530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 покупателя поступает напрямую вам, без посредников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709160" y="2880360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65192" y="3172968"/>
            <a:ext cx="566928" cy="56692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593" y="3320369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15000" y="30998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Ваши цены и ассортимент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715000" y="357530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ничего не меняете в работе магазина — торгуете как обычно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проходят деньги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2148840"/>
          </a:xfrm>
          <a:prstGeom prst="roundRect">
            <a:avLst>
              <a:gd name="adj" fmla="val 3830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08176" y="1371600"/>
            <a:ext cx="658368" cy="65836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352" y="154277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2194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Покупатель оплачивает заказ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1792" y="276148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 / Click или наличными курьеру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017520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91840" y="1097280"/>
            <a:ext cx="2560320" cy="2148840"/>
          </a:xfrm>
          <a:prstGeom prst="roundRect">
            <a:avLst>
              <a:gd name="adj" fmla="val 3830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42816" y="1371600"/>
            <a:ext cx="658368" cy="65836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992" y="154277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2194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суммы — на счёт супермаркета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56432" y="276148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напрямую, в момент оплаты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852160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560320" cy="2148840"/>
          </a:xfrm>
          <a:prstGeom prst="roundRect">
            <a:avLst>
              <a:gd name="adj" fmla="val 3830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77456" y="1371600"/>
            <a:ext cx="658368" cy="65836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632" y="1542776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21945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Комиссия платформы — раз в месяц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291072" y="276148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акту сверки, процент фиксируется в договоре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A1A1A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" y="36576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покупателей не проходят через нас —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получаете 100% выручки сразу на свой счёт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за месяц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308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49808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от вас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" y="1828800"/>
            <a:ext cx="475488" cy="47548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1952427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922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товаров с ценами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21305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Excel-выгрузка раз в день — этого достаточно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9808" y="2743200"/>
            <a:ext cx="475488" cy="47548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5" y="2866827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7066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 для сборки заказов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71600" y="30449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Получает заказ и собирает продукты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49808" y="3657600"/>
            <a:ext cx="475488" cy="475488"/>
          </a:xfrm>
          <a:prstGeom prst="ellipse">
            <a:avLst/>
          </a:prstGeom>
          <a:solidFill>
            <a:srgbClr val="FFE4C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35" y="3781227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6210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 IT-специалиста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371600" y="39593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созвон о формате выгрузки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308"/>
            </a:avLst>
          </a:prstGeom>
          <a:solidFill>
            <a:srgbClr val="FFF4E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956048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запуска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4956048" y="1828800"/>
            <a:ext cx="475488" cy="475488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20" name="Text 15"/>
          <p:cNvSpPr/>
          <p:nvPr/>
        </p:nvSpPr>
        <p:spPr>
          <a:xfrm>
            <a:off x="4956048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577840" y="17922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— недели 1–2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577840" y="21305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Загружаем каталог, настраиваем приём заказов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956048" y="2743200"/>
            <a:ext cx="475488" cy="475488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24" name="Text 19"/>
          <p:cNvSpPr/>
          <p:nvPr/>
        </p:nvSpPr>
        <p:spPr>
          <a:xfrm>
            <a:off x="4956048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5577840" y="27066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— недели 3–4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577840" y="30449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тестовые заказы вместе с вами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956048" y="3657600"/>
            <a:ext cx="475488" cy="475488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28" name="Text 23"/>
          <p:cNvSpPr/>
          <p:nvPr/>
        </p:nvSpPr>
        <p:spPr>
          <a:xfrm>
            <a:off x="4956048" y="3657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5577840" y="36210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запуск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5577840" y="39593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 доступен всем пользователям приложения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280160"/>
            <a:ext cx="3840480" cy="3840480"/>
          </a:xfrm>
          <a:prstGeom prst="ellipse">
            <a:avLst/>
          </a:prstGeom>
          <a:solidFill>
            <a:srgbClr val="FFE4CC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457200" cy="457200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5087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Короткая встреча — 30 минут с вашим IT-специалистом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331720"/>
            <a:ext cx="457200" cy="457200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2860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Согласуем формат списка товаров (Excel или обмен данными)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108960"/>
            <a:ext cx="457200" cy="457200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0632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Запускаем пилот — первые заказы через 2–4 недели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4160520"/>
            <a:ext cx="7772400" cy="0"/>
          </a:xfrm>
          <a:prstGeom prst="line">
            <a:avLst/>
          </a:prstGeom>
          <a:noFill/>
          <a:ln w="12700">
            <a:solidFill>
              <a:srgbClr val="FF7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343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Bozorlik AI   •   Телефон: __________   •   Telegram: __________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Bozorlik AI — предложение о партнёрстве</dc:title>
  <dc:subject>PptxGenJS Presentation</dc:subject>
  <dc:creator>Bozorlik AI</dc:creator>
  <cp:lastModifiedBy>Bozorlik AI</cp:lastModifiedBy>
  <cp:revision>1</cp:revision>
  <dcterms:created xsi:type="dcterms:W3CDTF">2026-07-10T13:41:01Z</dcterms:created>
  <dcterms:modified xsi:type="dcterms:W3CDTF">2026-07-10T13:41:01Z</dcterms:modified>
</cp:coreProperties>
</file>